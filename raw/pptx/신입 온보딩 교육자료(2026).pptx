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맑은 고딕"/>
              </a:defRPr>
            </a:pPr>
            <a:r>
              <a:t>신입 온보딩 교육자료</a:t>
            </a:r>
          </a:p>
          <a:p>
            <a:pPr>
              <a:spcBef>
                <a:spcPts val="1400"/>
              </a:spcBef>
              <a:defRPr sz="1600">
                <a:solidFill>
                  <a:srgbClr val="666666"/>
                </a:solidFill>
                <a:latin typeface="맑은 고딕"/>
              </a:defRPr>
            </a:pPr>
            <a:r>
              <a:t>(주)나린테크 인사담당 · 2026년 1월판</a:t>
            </a:r>
          </a:p>
          <a:p>
            <a:pPr>
              <a:spcBef>
                <a:spcPts val="1400"/>
              </a:spcBef>
              <a:defRPr sz="1200">
                <a:solidFill>
                  <a:srgbClr val="999999"/>
                </a:solidFill>
                <a:latin typeface="맑은 고딕"/>
              </a:defRPr>
            </a:pPr>
            <a:r>
              <a:t>※ 본 문서는 지식관리 파이프라인 검증용 가상 샘플이다. 실존 기업·인물과 무관하다.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온보딩의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왜 온보딩을 설계하는가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입사 후 3개월 안에 독립적으로 업무를 수행할 수 있는 상태에 도달한다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회사의 일하는 방식과 평가·보상 기준을 정확히 이해한다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수습기간은 입사일로부터 3개월 — 「취업규칙」(HR-REG-002) 제12조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수습평가는 수습기간 종료 2주 전에 실시 — 「인사평가 운영지침」(HR-REG-001) 제10조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입사 첫 주에 멘토와 30-60-90일 목표를 함께 확정한다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입사 첫 주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D+1 ~ D+5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D+1 — 계정·장비 세팅, 사내 시스템 접근 권한 신청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D+1 — 멘토 배정 확인, 첫 1:1 일정 예약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D+2~3 — 팀 온보딩 문서 리뷰, 제품·고객·용어 정리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D+3 — 30-60-90일 목표 초안을 멘토와 함께 작성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D+5 — 인사담당 오리엔테이션 세션 참석 (급여·복리후생·근태 안내)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근태·재택근무 기준은 「복무규정」(HR-REG-004) 제2장 참조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30-60-90일 플랜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목표는 입사 첫 주에 확정하고, 이후 변경은 멘토 합의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30일 — 이해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팀의 제품·고객·용어 파악, 개발환경 세팅 완료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멘토와 주 2회 30분 정기 면담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60일 — 기여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작은 단위 과제를 처음부터 끝까지 단독 완료 (최소 2건)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코드리뷰에 리뷰어로 참여 시작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90일 — 독립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팀 스프린트에 정규 인원으로 편성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수습평가 대상 목표의 달성 여부를 멘토와 함께 점검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멘토 제도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「취업규칙」 제14조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멘토는 같은 팀의 선임 1명으로 지정한다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멘토는 평가자가 될 수 없다 — 1차 평가자는 직속 상급자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멘토 의견은 수습평가의 참고자료로만 사용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멘토의 역할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30-60-90일 목표 수립 지원, 주간 면담, 막힌 지점 해소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팀 내 관계 형성 지원 — 첫 2주간 회의 동석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멘토 자신도 온보딩 완료 후 회고를 인사담당에 제출한다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수습평가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수습평가는 상대평가가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30-60-90일 목표의 달성 여부가 판단 기준이다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정규 인사평가와 다른 점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등급 분포(S 10% / A 20% / B 50% / C 15% / D 5%)를 적용하지 않는다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상대 비교가 아니라 목표 달성 여부만 본다 — 지침 제10조 제2항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기준 미달 시 수습기간을 1회에 한해 1개월 연장할 수 있다 — 「취업규칙」 제13조 제3항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결과는 정규 전환 여부 판단의 근거로 사용된다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수습기간 중 급여·복리후생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「급여규정」·「복무규정」 발췌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수습기간 중 임금은 정규 임금의 100% — 「취업규칙」 제12조 제3항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상여금은 수습기간 중 지급하지 않는다 — 「급여규정」 제9조 제4항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연차유급휴가는 입사 첫 달부터 매월 1일씩 발생 (최대 11일) — 「복무규정」 제5조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재택근무는 수습기간 중 신청할 수 없다 — 「복무규정」 제3조 제3항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첫 정규 평가 사이클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정규 전환 후 첫 평가는 다음 반기 차수부터 적용된다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평가 주기는 반기 2회 — 상반기 1~6월, 하반기 7~12월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성과평가 70점(OKR 달성도) + 역량평가 30점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알아둘 절차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OKR은 대상기간 개시 시점에 확정 — 개시 후 수정은 예외 처리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1차 평가 후 보정회의를 거쳐야 결과가 확정된다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결과 통보일로부터 7일 이내 이의신청 가능 (2026 개정)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평가 등급은 연봉 인상률·상여 지급률에 연동된다 — 「급여규정」 제8조·제9조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문의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온보딩 과정 전반 — 인사담당 (내부 채널 #people-ops)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30-60-90일 목표 조정 — 소속 팀 멘토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평가·급여 제도 문의 — 인사담당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근거 문서: 「인사평가 운영지침」(HR-REG-001), 「취업규칙」(HR-REG-002), 「급여규정」(HR-REG-003), 「복무규정」(HR-REG-004)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